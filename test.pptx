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Analysis: Itzhak Bentov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Consciousness and the unified field... (Slide 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